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17520"/>
            <a:ext cx="3657600" cy="365760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9319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7406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669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ONBOARDING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572768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 CareWebQI Bridge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2724912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.NET 8 integration that connects EvokeConnect to MCG CareWebQI for evidence-based clinical review and medical-necessity decisions.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3886200"/>
            <a:ext cx="960120" cy="402336"/>
          </a:xfrm>
          <a:prstGeom prst="roundRect">
            <a:avLst>
              <a:gd name="adj" fmla="val 18182"/>
            </a:avLst>
          </a:prstGeom>
          <a:solidFill>
            <a:srgbClr val="2E3A73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8862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73352" y="3886200"/>
            <a:ext cx="1481328" cy="402336"/>
          </a:xfrm>
          <a:prstGeom prst="roundRect">
            <a:avLst>
              <a:gd name="adj" fmla="val 18182"/>
            </a:avLst>
          </a:prstGeom>
          <a:solidFill>
            <a:srgbClr val="2E3A73"/>
          </a:solidFill>
          <a:ln/>
        </p:spPr>
      </p:sp>
      <p:sp>
        <p:nvSpPr>
          <p:cNvPr id="12" name="Text 9"/>
          <p:cNvSpPr/>
          <p:nvPr/>
        </p:nvSpPr>
        <p:spPr>
          <a:xfrm>
            <a:off x="1673352" y="388620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00984" y="3886200"/>
            <a:ext cx="1042416" cy="402336"/>
          </a:xfrm>
          <a:prstGeom prst="roundRect">
            <a:avLst>
              <a:gd name="adj" fmla="val 18182"/>
            </a:avLst>
          </a:prstGeom>
          <a:solidFill>
            <a:srgbClr val="2E3A73"/>
          </a:solidFill>
          <a:ln/>
        </p:spPr>
      </p:sp>
      <p:sp>
        <p:nvSpPr>
          <p:cNvPr id="14" name="Text 11"/>
          <p:cNvSpPr/>
          <p:nvPr/>
        </p:nvSpPr>
        <p:spPr>
          <a:xfrm>
            <a:off x="3300984" y="3886200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9704" y="3886200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2E3A73"/>
          </a:solidFill>
          <a:ln/>
        </p:spPr>
      </p:sp>
      <p:sp>
        <p:nvSpPr>
          <p:cNvPr id="16" name="Text 13"/>
          <p:cNvSpPr/>
          <p:nvPr/>
        </p:nvSpPr>
        <p:spPr>
          <a:xfrm>
            <a:off x="4489704" y="3886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16168" y="3886200"/>
            <a:ext cx="1335024" cy="402336"/>
          </a:xfrm>
          <a:prstGeom prst="roundRect">
            <a:avLst>
              <a:gd name="adj" fmla="val 18182"/>
            </a:avLst>
          </a:prstGeom>
          <a:solidFill>
            <a:srgbClr val="2E3A73"/>
          </a:solidFill>
          <a:ln/>
        </p:spPr>
      </p:sp>
      <p:sp>
        <p:nvSpPr>
          <p:cNvPr id="18" name="Text 15"/>
          <p:cNvSpPr/>
          <p:nvPr/>
        </p:nvSpPr>
        <p:spPr>
          <a:xfrm>
            <a:off x="5916168" y="388620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 Proxy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4553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kickoff   ·   Project intent &amp; developer orientation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is — and why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replacing a retired 2010 integration with a clean, vendor-certifiable bridge. Three ideas define the project: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47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88820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801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a retired integration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89888" y="217627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ASP.NET Web Forms + EntitySpaces solution is gone. The bridge is rebuilt on .NET 8, Blazor Server, EF Core and SQL Server.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2880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02209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834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clinical review into the workflow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89888" y="320954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launch MCG CareWebQI from EvokeConnect to check medical necessity against evidence-based guidelines — without leaving their case.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391363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05536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38679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application-agnostic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89888" y="4242816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decoupled from any single caller. It plugs into EvokeConnect today and other host apps tomorrow, by configuration alone.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request leaves the caller, the bridge brokers it, and MCG returns the guideline decision.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9344"/>
            <a:ext cx="2542032" cy="1755648"/>
          </a:xfrm>
          <a:prstGeom prst="roundRect">
            <a:avLst>
              <a:gd name="adj" fmla="val 3646"/>
            </a:avLst>
          </a:prstGeom>
          <a:solidFill>
            <a:srgbClr val="EEF2F7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17922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193395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505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EvokeConnect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7614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application. A clinician opens a case and triggers a guideline review.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00984" y="1609344"/>
            <a:ext cx="2542032" cy="1755648"/>
          </a:xfrm>
          <a:prstGeom prst="roundRect">
            <a:avLst>
              <a:gd name="adj" fmla="val 3646"/>
            </a:avLst>
          </a:prstGeom>
          <a:solidFill>
            <a:srgbClr val="EEF2F7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8536" y="17922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193395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00984" y="24505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CareWebQI Bridge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83864" y="27614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the request, hosts the UI — dock, popup or focus — and proxies traffic same-origin via YARP.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44768" y="1609344"/>
            <a:ext cx="2542032" cy="1755648"/>
          </a:xfrm>
          <a:prstGeom prst="roundRect">
            <a:avLst>
              <a:gd name="adj" fmla="val 3646"/>
            </a:avLst>
          </a:prstGeom>
          <a:solidFill>
            <a:srgbClr val="EEF2F7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0" y="179222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193395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24505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 CareWebQI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27648" y="27614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guideline criteria and the medical-necessity decision back to the caller.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017520" y="2487168"/>
            <a:ext cx="27432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861304" y="2487168"/>
            <a:ext cx="27432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57200" y="3602736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393192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06450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7581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STANDARDS-COMPLIANT ROUND-TRIP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508760" y="40325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POST  →  CwqiMessage XML  →  Reconcile.asmx SOAP ACK</a:t>
            </a:r>
            <a:pPr indent="0" marL="0">
              <a:buNone/>
            </a:pPr>
            <a:r>
              <a:rPr lang="en-US" sz="1150" dirty="0">
                <a:solidFill>
                  <a:srgbClr val="AE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per the MCG CareWebQI 12.0 Developer's Guide.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508760" y="431596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Mock MCG server stands in for the real service until production MCG keys arrive — so the team can build and test today.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repo &amp; how to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977640" cy="2907792"/>
          </a:xfrm>
          <a:prstGeom prst="roundRect">
            <a:avLst>
              <a:gd name="adj" fmla="val 2201"/>
            </a:avLst>
          </a:prstGeom>
          <a:solidFill>
            <a:srgbClr val="EEF2F7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453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44475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 ·  5 PROJECTS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8096" y="20574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192938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Host app + UI (dock / popup / focus)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" y="24688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234086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MockServer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Stand-in MCG — CareWebQI screens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" y="28803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275234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Configuration &amp; message contracts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" y="32918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" y="316382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EF Core data access + SQL Server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" y="37033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987552" y="357530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xUnit suite — 12 passing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44475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54533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1444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STEPS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5488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285232" y="17830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.NET 8 SDK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85232" y="2075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 dotnet --list-sdks  — a line starting 8.0.x is required.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2395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1"/>
          <p:cNvSpPr/>
          <p:nvPr/>
        </p:nvSpPr>
        <p:spPr>
          <a:xfrm>
            <a:off x="47548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85232" y="23500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repo access, then clone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285232" y="2642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private — ask to be added as a collaborator first.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754880" y="29626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5"/>
          <p:cNvSpPr/>
          <p:nvPr/>
        </p:nvSpPr>
        <p:spPr>
          <a:xfrm>
            <a:off x="47548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285232" y="291693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database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285232" y="32095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SQL Server LocalDB and apply  schema.sql.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54880" y="35295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5285232" y="3483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explore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285232" y="37764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Bridge + MockServer, then open the demo Decision Review screen.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7200" y="4334256"/>
            <a:ext cx="8229600" cy="512064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</p:sp>
      <p:sp>
        <p:nvSpPr>
          <p:cNvPr id="37" name="Text 33"/>
          <p:cNvSpPr/>
          <p:nvPr/>
        </p:nvSpPr>
        <p:spPr>
          <a:xfrm>
            <a:off x="640080" y="433425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github.com/jatinbhanot7083/mcg-carewebqi-bridge</a:t>
            </a:r>
            <a:pPr algn="ctr" indent="0" marL="0">
              <a:buNone/>
            </a:pPr>
            <a:r>
              <a:rPr lang="en-US" sz="1050" dirty="0">
                <a:solidFill>
                  <a:srgbClr val="AE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Read /docs in order:  </a:t>
            </a:r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→  CONFIG  →  HANDOVER-RUN-SAMPLE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 CareWebQI Bridge — Project Introduction</dc:title>
  <dc:subject>PptxGenJS Presentation</dc:subject>
  <dc:creator>MCG CareWebQI Bridge Team</dc:creator>
  <cp:lastModifiedBy>MCG CareWebQI Bridge Team</cp:lastModifiedBy>
  <cp:revision>1</cp:revision>
  <dcterms:created xsi:type="dcterms:W3CDTF">2026-05-22T09:23:12Z</dcterms:created>
  <dcterms:modified xsi:type="dcterms:W3CDTF">2026-05-22T09:23:12Z</dcterms:modified>
</cp:coreProperties>
</file>